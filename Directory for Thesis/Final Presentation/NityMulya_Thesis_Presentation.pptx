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AI Enhanced Complaint Management System for Government Marketplaces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Undergraduate Thesis Presentation</a:t>
            </a:r>
          </a:p>
          <a:p>
            <a:pPr>
              <a:defRPr sz="1800"/>
            </a:pPr>
            <a:r>
              <a:t>Syed Mafijul Islam | Nahidur Zaman | Sakif Shahrear</a:t>
            </a:r>
          </a:p>
          <a:p>
            <a:pPr>
              <a:defRPr sz="1800"/>
            </a:pPr>
            <a:r>
              <a:t>Supervisor: M. Aktaruzzaman</a:t>
            </a:r>
          </a:p>
          <a:p>
            <a:pPr>
              <a:defRPr sz="1800"/>
            </a:pPr>
            <a:r>
              <a:t>Department of Computer Science and Engineering, MIST</a:t>
            </a:r>
          </a:p>
          <a:p>
            <a:pPr>
              <a:defRPr sz="1800"/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Introduction and problem context</a:t>
            </a:r>
          </a:p>
          <a:p>
            <a:pPr>
              <a:defRPr sz="2000"/>
            </a:pPr>
            <a:r>
              <a:t>Research gap and objectives</a:t>
            </a:r>
          </a:p>
          <a:p>
            <a:pPr>
              <a:defRPr sz="2000"/>
            </a:pPr>
            <a:r>
              <a:t>System overview and dataset</a:t>
            </a:r>
          </a:p>
          <a:p>
            <a:pPr>
              <a:defRPr sz="2000"/>
            </a:pPr>
            <a:r>
              <a:t>Methodology</a:t>
            </a:r>
          </a:p>
          <a:p>
            <a:pPr>
              <a:defRPr sz="2000"/>
            </a:pPr>
            <a:r>
              <a:t>Results and ablation findings</a:t>
            </a:r>
          </a:p>
          <a:p>
            <a:pPr>
              <a:defRPr sz="2000"/>
            </a:pPr>
            <a:r>
              <a:t>Deployment, limitations, and future work</a:t>
            </a:r>
          </a:p>
          <a:p>
            <a:pPr>
              <a:defRPr sz="2000"/>
            </a:pPr>
            <a:r>
              <a:t>Conclusion and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Government marketplaces receive many citizen complaints</a:t>
            </a:r>
          </a:p>
          <a:p>
            <a:pPr>
              <a:defRPr sz="2000"/>
            </a:pPr>
            <a:r>
              <a:t>Complaints are written in Bengali, English, and Banglish</a:t>
            </a:r>
          </a:p>
          <a:p>
            <a:pPr>
              <a:defRPr sz="2000"/>
            </a:pPr>
            <a:r>
              <a:t>Manual review is slow and can be inconsistent</a:t>
            </a:r>
          </a:p>
          <a:p>
            <a:pPr>
              <a:defRPr sz="2000"/>
            </a:pPr>
            <a:r>
              <a:t>Goal: a lightweight model to support severity triage</a:t>
            </a:r>
          </a:p>
          <a:p>
            <a:pPr>
              <a:defRPr sz="2000"/>
            </a:pPr>
            <a:r>
              <a:t>Context: NityMulya marketplace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Complaint text is short, noisy, and mixed-language</a:t>
            </a:r>
          </a:p>
          <a:p>
            <a:pPr>
              <a:defRPr sz="2000"/>
            </a:pPr>
            <a:r>
              <a:t>Banglish spelling varies widely</a:t>
            </a:r>
          </a:p>
          <a:p>
            <a:pPr>
              <a:defRPr sz="2000"/>
            </a:pPr>
            <a:r>
              <a:t>Text-only models perform weakly on small data</a:t>
            </a:r>
          </a:p>
          <a:p>
            <a:pPr>
              <a:defRPr sz="2000"/>
            </a:pPr>
            <a:r>
              <a:t>Large transformers are costly for low-resource settings</a:t>
            </a:r>
          </a:p>
          <a:p>
            <a:pPr>
              <a:defRPr sz="2000"/>
            </a:pPr>
            <a:r>
              <a:t>Need a hybrid text + backend feature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preprocessing pipeline for Bengali, English, and Banglish</a:t>
            </a:r>
          </a:p>
          <a:p>
            <a:pPr>
              <a:defRPr sz="2000"/>
            </a:pPr>
            <a:r>
              <a:t>Compare word and character TF-IDF features</a:t>
            </a:r>
          </a:p>
          <a:p>
            <a:pPr>
              <a:defRPr sz="2000"/>
            </a:pPr>
            <a:r>
              <a:t>Fuse text with backend validity and priority scores</a:t>
            </a:r>
          </a:p>
          <a:p>
            <a:pPr>
              <a:defRPr sz="2000"/>
            </a:pPr>
            <a:r>
              <a:t>Compare classical classifiers and imbalance handling</a:t>
            </a:r>
          </a:p>
          <a:p>
            <a:pPr>
              <a:defRPr sz="2000"/>
            </a:pPr>
            <a:r>
              <a:t>Evaluate with cross validation and ablation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 and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Supabase PostgreSQL (NityMulya)</a:t>
            </a:r>
          </a:p>
          <a:p>
            <a:pPr>
              <a:defRPr sz="2000"/>
            </a:pPr>
            <a:r>
              <a:t>Dataset: 500 complaints (weak 70, medium 310, high 120)</a:t>
            </a:r>
          </a:p>
          <a:p>
            <a:pPr>
              <a:defRPr sz="2000"/>
            </a:pPr>
            <a:r>
              <a:t>Features: complaint text, subcategory, validity, priority</a:t>
            </a:r>
          </a:p>
          <a:p>
            <a:pPr>
              <a:defRPr sz="2000"/>
            </a:pPr>
            <a:r>
              <a:t>Label rule: complaint score = 0.6*validity + 0.4*priority</a:t>
            </a:r>
          </a:p>
          <a:p>
            <a:pPr>
              <a:defRPr sz="2000"/>
            </a:pPr>
            <a:r>
              <a:t>Goal: assist admins with severity triage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Text normalization: Unicode, lowercase, punctuation cleanup</a:t>
            </a:r>
          </a:p>
          <a:p>
            <a:pPr>
              <a:defRPr sz="2000"/>
            </a:pPr>
            <a:r>
              <a:t>Banglish dictionary mapping and repeated-char handling</a:t>
            </a:r>
          </a:p>
          <a:p>
            <a:pPr>
              <a:defRPr sz="2000"/>
            </a:pPr>
            <a:r>
              <a:t>TF-IDF word and char n-grams</a:t>
            </a:r>
          </a:p>
          <a:p>
            <a:pPr>
              <a:defRPr sz="2000"/>
            </a:pPr>
            <a:r>
              <a:t>Feature fusion + scaling of numeric features</a:t>
            </a:r>
          </a:p>
          <a:p>
            <a:pPr>
              <a:defRPr sz="2000"/>
            </a:pPr>
            <a:r>
              <a:t>Models: Logistic Regression, Linear SVC, Random Forest, Voting</a:t>
            </a:r>
          </a:p>
          <a:p>
            <a:pPr>
              <a:defRPr sz="2000"/>
            </a:pPr>
            <a:r>
              <a:t>Evaluation: 5-fold CV + 80/20 hold-out, class weights, SMOTE tested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Best model: Logistic Regression (text + numeric features)</a:t>
            </a:r>
          </a:p>
          <a:p>
            <a:pPr>
              <a:defRPr sz="2000"/>
            </a:pPr>
            <a:r>
              <a:t>Hold-out accuracy: 86.00%</a:t>
            </a:r>
          </a:p>
          <a:p>
            <a:pPr>
              <a:defRPr sz="2000"/>
            </a:pPr>
            <a:r>
              <a:t>Weighted F1: 0.8594</a:t>
            </a:r>
          </a:p>
          <a:p>
            <a:pPr>
              <a:defRPr sz="2000"/>
            </a:pPr>
            <a:r>
              <a:t>Class F1: weak 0.8889, medium 0.8889, high 0.7660</a:t>
            </a:r>
          </a:p>
          <a:p>
            <a:pPr>
              <a:defRPr sz="2000"/>
            </a:pPr>
            <a:r>
              <a:t>Baseline Random Forest: 58.00%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Text only: weighted F1 0.5559</a:t>
            </a:r>
          </a:p>
          <a:p>
            <a:pPr>
              <a:defRPr sz="2000"/>
            </a:pPr>
            <a:r>
              <a:t>Text + numeric features: weighted F1 0.8503</a:t>
            </a:r>
          </a:p>
          <a:p>
            <a:pPr>
              <a:defRPr sz="2000"/>
            </a:pPr>
            <a:r>
              <a:t>Text + category: weighted F1 0.5410</a:t>
            </a:r>
          </a:p>
          <a:p>
            <a:pPr>
              <a:defRPr sz="2000"/>
            </a:pPr>
            <a:r>
              <a:t>Full hybrid: weighted F1 0.8249</a:t>
            </a:r>
          </a:p>
          <a:p>
            <a:pPr>
              <a:defRPr sz="2000"/>
            </a:pPr>
            <a:r>
              <a:t>Main signal comes from backend numeric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and Practical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CPU-friendly inference and fast training</a:t>
            </a:r>
          </a:p>
          <a:p>
            <a:pPr>
              <a:defRPr sz="2000"/>
            </a:pPr>
            <a:r>
              <a:t>Can run as a backend microservice or batch job</a:t>
            </a:r>
          </a:p>
          <a:p>
            <a:pPr>
              <a:defRPr sz="2000"/>
            </a:pPr>
            <a:r>
              <a:t>Helps prioritize high-severity complaints</a:t>
            </a:r>
          </a:p>
          <a:p>
            <a:pPr>
              <a:defRPr sz="2000"/>
            </a:pPr>
            <a:r>
              <a:t>Supports administrators, not a final decision maker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Small dataset and class imbalance</a:t>
            </a:r>
          </a:p>
          <a:p>
            <a:pPr>
              <a:defRPr sz="2000"/>
            </a:pPr>
            <a:r>
              <a:t>Backend features partly encode label thresholds</a:t>
            </a:r>
          </a:p>
          <a:p>
            <a:pPr>
              <a:defRPr sz="2000"/>
            </a:pPr>
            <a:r>
              <a:t>Banglish dictionary does not cover all variants</a:t>
            </a:r>
          </a:p>
          <a:p>
            <a:pPr>
              <a:defRPr sz="2000"/>
            </a:pPr>
            <a:r>
              <a:t>Future: more data, human labels, transformer benchmarks</a:t>
            </a:r>
          </a:p>
          <a:p>
            <a:pPr>
              <a:defRPr sz="2000"/>
            </a:pPr>
            <a:r>
              <a:t>Add active learning, explainability, and dashboard feedback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Hybrid NLP + backend features improve complaint triage</a:t>
            </a:r>
          </a:p>
          <a:p>
            <a:pPr>
              <a:defRPr sz="2000"/>
            </a:pPr>
            <a:r>
              <a:t>Lightweight classical ML works well in low-resource settings</a:t>
            </a:r>
          </a:p>
          <a:p>
            <a:pPr>
              <a:defRPr sz="2000"/>
            </a:pPr>
            <a:r>
              <a:t>Backend validity and priority are the strongest signals</a:t>
            </a:r>
          </a:p>
          <a:p>
            <a:pPr>
              <a:defRPr sz="2000"/>
            </a:pPr>
            <a:r>
              <a:t>System is practical for government marketplace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Salton &amp; Buckley (1988) TF-IDF</a:t>
            </a:r>
          </a:p>
          <a:p>
            <a:pPr>
              <a:defRPr sz="2000"/>
            </a:pPr>
            <a:r>
              <a:t>Joachims (1998) SVM for text</a:t>
            </a:r>
          </a:p>
          <a:p>
            <a:pPr>
              <a:defRPr sz="2000"/>
            </a:pPr>
            <a:r>
              <a:t>Devlin et al. (2019) BERT</a:t>
            </a:r>
          </a:p>
          <a:p>
            <a:pPr>
              <a:defRPr sz="2000"/>
            </a:pPr>
            <a:r>
              <a:t>Bhattacharjee et al. (2022) BanglaBERT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